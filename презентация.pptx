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77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32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47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34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75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90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62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00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56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25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97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859B-5685-4E3F-BB50-921DB08B9890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7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759241"/>
            <a:ext cx="9144000" cy="766763"/>
          </a:xfrm>
        </p:spPr>
        <p:txBody>
          <a:bodyPr>
            <a:normAutofit/>
          </a:bodyPr>
          <a:lstStyle/>
          <a:p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генерации фотографии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7308" y="4754353"/>
            <a:ext cx="8259386" cy="850231"/>
          </a:xfrm>
        </p:spPr>
        <p:txBody>
          <a:bodyPr>
            <a:normAutofit/>
          </a:bodyPr>
          <a:lstStyle/>
          <a:p>
            <a:pPr algn="l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ИУ7-53Б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Паламарчук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Андрей Николаевич </a:t>
            </a:r>
          </a:p>
          <a:p>
            <a:pPr algn="l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Кострицкий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Александр Сергеевич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107;p26"/>
          <p:cNvPicPr/>
          <p:nvPr/>
        </p:nvPicPr>
        <p:blipFill>
          <a:blip r:embed="rId2">
            <a:alphaModFix/>
          </a:blip>
          <a:srcRect/>
          <a:stretch/>
        </p:blipFill>
        <p:spPr bwMode="auto">
          <a:xfrm>
            <a:off x="387308" y="237226"/>
            <a:ext cx="1136692" cy="13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>
          <a:xfrm>
            <a:off x="1812757" y="330563"/>
            <a:ext cx="99140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образовательное учреждение высшего образования «Московский государственный технический университет имени Н.Э. Баумана (национальный исследовательский университет)» (МГТУ им. Н.Э. Баумана)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812756" y="1530892"/>
            <a:ext cx="105236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ИУ «ИНФОРМАТИКА И СИСТЕМЫ УПРАВЛЕНИЯ»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ИУ7 «ПРОГРАММНОЕ ОБЕСПЕЧЕНИЕ ЭВМ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ТЕХНОЛОГИИ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03103" y="5795029"/>
            <a:ext cx="848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2024 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г.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85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существующих методов генерации фотографии. </a:t>
            </a:r>
          </a:p>
          <a:p>
            <a:pPr marL="0" indent="0" algn="just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lvl="1"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 генерации фотографии;</a:t>
            </a:r>
          </a:p>
          <a:p>
            <a:pPr lvl="1"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формализовать задачу генерации фотографии;</a:t>
            </a:r>
          </a:p>
          <a:p>
            <a:pPr lvl="1"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существующие методы генерации фотографии;</a:t>
            </a:r>
          </a:p>
          <a:p>
            <a:pPr lvl="1"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критерии сравнения существующих методов;</a:t>
            </a:r>
          </a:p>
          <a:p>
            <a:pPr lvl="1"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 по сформулированным критериям.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10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существующих методов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42664"/>
              </p:ext>
            </p:extLst>
          </p:nvPr>
        </p:nvGraphicFramePr>
        <p:xfrm>
          <a:off x="838200" y="1825624"/>
          <a:ext cx="10515599" cy="5024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8065">
                  <a:extLst>
                    <a:ext uri="{9D8B030D-6E8A-4147-A177-3AD203B41FA5}">
                      <a16:colId xmlns:a16="http://schemas.microsoft.com/office/drawing/2014/main" val="1083166161"/>
                    </a:ext>
                  </a:extLst>
                </a:gridCol>
                <a:gridCol w="2024919">
                  <a:extLst>
                    <a:ext uri="{9D8B030D-6E8A-4147-A177-3AD203B41FA5}">
                      <a16:colId xmlns:a16="http://schemas.microsoft.com/office/drawing/2014/main" val="447389785"/>
                    </a:ext>
                  </a:extLst>
                </a:gridCol>
                <a:gridCol w="2249910">
                  <a:extLst>
                    <a:ext uri="{9D8B030D-6E8A-4147-A177-3AD203B41FA5}">
                      <a16:colId xmlns:a16="http://schemas.microsoft.com/office/drawing/2014/main" val="1292099882"/>
                    </a:ext>
                  </a:extLst>
                </a:gridCol>
                <a:gridCol w="2161442">
                  <a:extLst>
                    <a:ext uri="{9D8B030D-6E8A-4147-A177-3AD203B41FA5}">
                      <a16:colId xmlns:a16="http://schemas.microsoft.com/office/drawing/2014/main" val="25916078"/>
                    </a:ext>
                  </a:extLst>
                </a:gridCol>
                <a:gridCol w="1851263">
                  <a:extLst>
                    <a:ext uri="{9D8B030D-6E8A-4147-A177-3AD203B41FA5}">
                      <a16:colId xmlns:a16="http://schemas.microsoft.com/office/drawing/2014/main" val="875780503"/>
                    </a:ext>
                  </a:extLst>
                </a:gridCol>
              </a:tblGrid>
              <a:tr h="8136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Генеративно-состязательные сети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Вариационные автокодировщики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Диффузные модели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 anchor="ctr"/>
                </a:tc>
                <a:tc>
                  <a:txBody>
                    <a:bodyPr/>
                    <a:lstStyle/>
                    <a:p>
                      <a:pPr indent="10096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Трансформер-ные модели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 anchor="ctr"/>
                </a:tc>
                <a:extLst>
                  <a:ext uri="{0D108BD9-81ED-4DB2-BD59-A6C34878D82A}">
                    <a16:rowId xmlns:a16="http://schemas.microsoft.com/office/drawing/2014/main" val="3825465756"/>
                  </a:ext>
                </a:extLst>
              </a:tr>
              <a:tr h="7580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сгенерированных изображений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Высокое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Высокое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Высокое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extLst>
                  <a:ext uri="{0D108BD9-81ED-4DB2-BD59-A6C34878D82A}">
                    <a16:rowId xmlns:a16="http://schemas.microsoft.com/office/drawing/2014/main" val="4291955122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Скорость генерации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extLst>
                  <a:ext uri="{0D108BD9-81ED-4DB2-BD59-A6C34878D82A}">
                    <a16:rowId xmlns:a16="http://schemas.microsoft.com/office/drawing/2014/main" val="2231418980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Сложность обучения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extLst>
                  <a:ext uri="{0D108BD9-81ED-4DB2-BD59-A6C34878D82A}">
                    <a16:rowId xmlns:a16="http://schemas.microsoft.com/office/drawing/2014/main" val="171941980"/>
                  </a:ext>
                </a:extLst>
              </a:tr>
              <a:tr h="7580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Требования к вычислительным ресурсам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Высокие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Высокие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высокие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Высокие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extLst>
                  <a:ext uri="{0D108BD9-81ED-4DB2-BD59-A6C34878D82A}">
                    <a16:rowId xmlns:a16="http://schemas.microsoft.com/office/drawing/2014/main" val="488317242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Способность к интерполяции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extLst>
                  <a:ext uri="{0D108BD9-81ED-4DB2-BD59-A6C34878D82A}">
                    <a16:rowId xmlns:a16="http://schemas.microsoft.com/office/drawing/2014/main" val="2394551792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Устойчивость к переобучению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173" marR="63173" marT="0" marB="0"/>
                </a:tc>
                <a:extLst>
                  <a:ext uri="{0D108BD9-81ED-4DB2-BD59-A6C34878D82A}">
                    <a16:rowId xmlns:a16="http://schemas.microsoft.com/office/drawing/2014/main" val="3499036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74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166</Words>
  <Application>Microsoft Office PowerPoint</Application>
  <PresentationFormat>Широкоэкранный</PresentationFormat>
  <Paragraphs>53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Методы генерации фотографии</vt:lpstr>
      <vt:lpstr>Цели и задачи</vt:lpstr>
      <vt:lpstr>Сравнение существующих методов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</dc:creator>
  <cp:lastModifiedBy>777</cp:lastModifiedBy>
  <cp:revision>6</cp:revision>
  <dcterms:created xsi:type="dcterms:W3CDTF">2024-12-13T19:20:13Z</dcterms:created>
  <dcterms:modified xsi:type="dcterms:W3CDTF">2024-12-14T16:42:19Z</dcterms:modified>
</cp:coreProperties>
</file>